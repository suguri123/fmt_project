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FMT_project 실행 트러블슈팅 및 해결 과정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앱 실행 오류 원인 분석 및 해결 방안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가상 환경 Python 버전 불일치 문제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증상: .venv\Scripts\python을 찾지 못하거나 버전 에러 발생</a:t>
            </a:r>
          </a:p>
          <a:p>
            <a:pPr lvl="1"/>
            <a:r>
              <a:t>원인: 시스템에 설치된 파이썬(Python 3.12)과 가상 환경(Python 3.10)의 경로 불일치</a:t>
            </a:r>
          </a:p>
          <a:p>
            <a:pPr lvl="1"/>
            <a:r>
              <a:t>해결: 기존 .venv 삭제 후 Python 3.12로 새로운 가상 환경 생성 및 패키지 재설치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윈도우 스마트 앱 컨트롤 차단 문제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증상: matplotlib, pandas 등 라이브러리 로드 시 'DLL load failed' 에러 발생</a:t>
            </a:r>
          </a:p>
          <a:p>
            <a:pPr lvl="1"/>
            <a:r>
              <a:t>원인: Windows 11 스마트 앱 컨트롤이 서명되지 않은 라이브러리(.pyd) 실행을 악성코드로 오인하여 차단</a:t>
            </a:r>
          </a:p>
          <a:p>
            <a:pPr lvl="1"/>
            <a:r>
              <a:t>해결 방안:</a:t>
            </a:r>
          </a:p>
          <a:p>
            <a:pPr lvl="2"/>
            <a:r>
              <a:t>1. 윈도우 설정에서 '스마트 앱 컨트롤' 끄기</a:t>
            </a:r>
          </a:p>
          <a:p>
            <a:pPr lvl="2"/>
            <a:r>
              <a:t>2. PC 재부팅 후 파워쉘에서 앱 재실행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올바른 앱 실행 명령어 및 경로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증상: 파워쉘에서 실행 시 CommandNotFoundException 발생</a:t>
            </a:r>
          </a:p>
          <a:p>
            <a:pPr lvl="1"/>
            <a:r>
              <a:t>원인: 실행 위치가 프로젝트 폴더가 아닌 C:\WINDOWS\system32로 설정됨</a:t>
            </a:r>
          </a:p>
          <a:p>
            <a:pPr lvl="1"/>
            <a:r>
              <a:t>해결: cd 명령어로 프로젝트 폴더로 이동 후 실행</a:t>
            </a:r>
          </a:p>
          <a:p>
            <a:pPr lvl="1"/>
            <a:r>
              <a:t>최종 실행 명령어 (한 줄 요약):</a:t>
            </a:r>
          </a:p>
          <a:p>
            <a:pPr lvl="2">
              <a:defRPr sz="1400"/>
            </a:pPr>
            <a:r>
              <a:t>cd C:\Users\handi\Desktop\pages\FMT_project ; .\.venv\Scripts\python.exe -m streamlit run app.py --server.port 8501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